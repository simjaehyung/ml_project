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01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2026 · 데이터사이언스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0F172A"/>
                </a:solidFill>
              </a:rPr>
              <a:t>취소를 예측하고,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D97706"/>
                </a:solidFill>
              </a:rPr>
              <a:t>결정을 지원합니다.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Q1. 몇 개 오버부킹?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ML 예측 + 수학적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175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Q2. 재배치 시 얼마?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2900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LLM 에이전트 시뮬레이션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0175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LightGBM PR-AUC 0.82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42900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점유율 연동 임계값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175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1,240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42900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LLM 보상 협상 · Streamlit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심재형 · 이고은 · 김나리  |  한양대학교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02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오버부킹 딜레마 — 두 방향 모두 비용이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75569"/>
                </a:solidFill>
              </a:rPr>
              <a:t>아무것도 하지 않으면 빈방을 잃고, 과도하게 오버부킹하면 손님 불만을 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39496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빈방 손실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DC2626"/>
                </a:solidFill>
              </a:rPr>
              <a:t>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0292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평균 취소율
City 41.7% · Resort 27.8%
예약 10개 중 3~4개가
체크인 전 사라집니다.
빈방은 팔 수 없는 시간입니다.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148840"/>
            <a:ext cx="5394960" cy="35661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2331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손님 재배치 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274320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D97706"/>
                </a:solidFill>
              </a:rPr>
              <a:t>€300+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3383280"/>
            <a:ext cx="50292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오버부킹 발생 시 보상 비용
예약한 방이 없을 때
다른 호텔로 모심
보상금 + 대안 호텔 비용 + 평판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03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우리의 접근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오버부킹은 두 가지 질문입니다.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75569"/>
                </a:solidFill>
              </a:rPr>
              <a:t>각 질문이 다른 도구를 요구합니다 — 수학과 시뮬레이션을 분리해서 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577840" cy="3749039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Q1 · 수학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몇 개 오버부킹?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1.  LightGBM으로 각 예약의 취소 확률 계산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2.  점유율 연동 임계값으로 Flexi 풀 크기 결정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3.  재배치율 &lt; 2% 제약 하에 RevPAR 최대화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48840"/>
            <a:ext cx="5577840" cy="3749039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Q2 · 시뮬레이션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재배치 시 얼마?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1.  취소가 예상보다 적으면 일부 손님 재배치 발생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2.  보상 협상 이력이 실제로 존재하지 않음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3.  LLM 에이전트로 합성 데이터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04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Q1 · 몇 개 오버부킹?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취소 예측 기반으로 수학적으로 결정합니다.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119,390건 예약 학습 → LightGBM 취소 확률 → 점유율 임계값 → RevPAR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PR-AUC 모델 비교 · 테스트셋 취소율 38.7%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2316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2468880"/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0.8189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✓ 최종 선택 · Dummy 대비 +0.43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Logistic Reg.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Dummy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기준선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20574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점유율 연동 임계값 전략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423160"/>
          <a:ext cx="52120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4688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점유율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전략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&lt; 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적극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60~80%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표준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&gt;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신중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402336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059669"/>
                </a:solidFill>
              </a:rPr>
              <a:t>+81%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RevPAR 개선 (시뮬레이션)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walk rate &lt; 2%  ·  재배치 제약 충족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05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핵심 개념 · Flexi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오버부킹을 수익으로 바꾸는 메커니즘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취소 위험 예약을 별도 풀에 모아 할인으로 유도 — 빈방을 줄이면서도 손님을 잃지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2468880" cy="310896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E3A8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취소 확률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LightGBM → 예약마다 0~1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148840"/>
            <a:ext cx="2468880" cy="310896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286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E3A8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432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임계값 판별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2004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점유율 따라 0.55 / 0.60 / 0.65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48840"/>
            <a:ext cx="2468880" cy="310896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286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D97706"/>
                </a:solidFill>
              </a:rPr>
              <a:t>3a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7432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Flexi 풀 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2004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확률 &gt; 임계값
할인 5~18% 제공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148840"/>
            <a:ext cx="2468880" cy="310896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286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E3A8A"/>
                </a:solidFill>
              </a:rPr>
              <a:t>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7432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Standard 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004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확률 ≤ 임계값
일반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↑ RevPAR 상승 — 빈방 최소화 = 수익 최대화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할인율 = 5% + (위험점수 − 0.5) × 26%   (5% ≤ 할인율 ≤ 18%)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06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앱 데모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예측이 결정으로 이어지는 두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매니저가 바로 쓸 수 있는 Streamlit DSS 앱 — 취소 위험 리스트부터 Flexi 라우팅까지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577840" cy="557784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Tab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예약 우선순위 리스트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취소 확률 내림차순으로 예약 정렬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예약별 SHAP 위험 근거 3가지 자동 출력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"왜 이 손님이 위험한가" 즉시 확인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country · lead_time · special_requests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48840"/>
            <a:ext cx="5577840" cy="557784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Tab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Flexi 오버부킹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오늘 Flexi 풀 현황 · 권장 슬롯 수 계산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평균 할인율 · 예상 RevPAR 개선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신규 예약 취소 위험 즉시 판별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</a:rPr>
              <a:t>• Flexi 라우팅 권장 + 매니저 승인 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07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Q2 · 데이터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취소가 예상보다 적게 발생하면 — 누구를 재배치하고, 얼마면 수락할까요?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75569"/>
                </a:solidFill>
              </a:rPr>
              <a:t>이 협상 이력은 데이터에 존재하지 않습니다.
실제 호텔이 재배치 협상을 기록해야만 쌓이는 데이터입니다.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1051560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0F172A"/>
                </a:solidFill>
              </a:rPr>
              <a:t>✓  취소 예측 데이터 있음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1051560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79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0F172A"/>
                </a:solidFill>
              </a:rPr>
              <a:t>✓  Flexi 라우팅 설계 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10515600" cy="822960"/>
          </a:xfrm>
          <a:prstGeom prst="rect">
            <a:avLst/>
          </a:prstGeom>
          <a:solidFill>
            <a:srgbClr val="FFF5F5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DC2626"/>
                </a:solidFill>
              </a:rPr>
              <a:t>✗  재배치 협상 이력 존재하지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08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궁극의 목표 · 목표 모델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목표 모델은 명확합니다 — 지금 데이터만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모델이 학습할 데이터 — 현재 0행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6858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1097280"/>
                <a:gridCol w="1005840"/>
                <a:gridCol w="1371600"/>
                <a:gridCol w="1188720"/>
              </a:tblGrid>
              <a:tr h="4229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lead_time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country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room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meal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오퍼 금액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수락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45일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GBR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3일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Resort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HB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21일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DEU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DC2626"/>
                </a:solidFill>
              </a:rPr>
              <a:t>↑ 이런 행이 수천 건 쌓여야 학습 가능 — 지금은 한 행도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학습 후 모델이 하는 일 (예시)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E3A8A"/>
                </a:solidFill>
              </a:rPr>
              <a:t>입력: GBR · lead_time 45일 · City · BB
→ 출력: 오퍼 €53 제안 시 수락 확률 87%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09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LLM 정당성 · Claim 0 → 1 →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데이터 공백을 논리로 메웁니다.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Claim 0 · LLM이 유일하게 합리적인 대안입니다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1155680" cy="713232"/>
          </a:xfrm>
          <a:prstGeom prst="rect">
            <a:avLst/>
          </a:prstGeom>
          <a:solidFill>
            <a:srgbClr val="FFF5F5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✗ ABM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031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행동 규칙 수작업 명세 필요 — 협상 도메인 전문가 의존, 신규 시나리오 취약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11155680" cy="713232"/>
          </a:xfrm>
          <a:prstGeom prst="rect">
            <a:avLst/>
          </a:prstGeom>
          <a:solidFill>
            <a:srgbClr val="FFF5F5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✗ 설문/실험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71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미출시 상품 반응 측정 불가 · 응답자 모집 비용·시간 과다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11155680" cy="713232"/>
          </a:xfrm>
          <a:prstGeom prst="rect">
            <a:avLst/>
          </a:prstGeom>
          <a:solidFill>
            <a:srgbClr val="FFF5F5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7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✗ 통계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840479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협상 이력 데이터 필요 — 그것이 바로 지금의 공백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1155680" cy="713232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0915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✓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709159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사전학습으로 호텔·협상 도메인 내재화 — 데이터 없이도 동작하는 유일한 합리적 선택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선행 연구 근거 · 3 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세 논문이 시뮬레이션을 지지합니다.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시뮬레이션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Park et al., UIST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LLM 에이전트가 인간의 사회적 행동·의사결정을 현실적으로 시뮬레이션함을 실증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한계: 실험실 환경 — 실제 배포 검증 미비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657600" cy="420624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재현성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Aher et al., ICML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9748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LLM이 인간 피험자 연구 결과를 통계적으로 재현. 합성 레이블 신뢰성 근거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16052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한계: 호텔 협상 특화 실험 아님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657600" cy="420624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659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방법론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Horton &amp; Argyle,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9748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LLM 시뮬레이션이 가격 협상 실험 결과를 재현. 우리 접근의 직접적 방법론 근거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16052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한계: 1회 협상 — 다회전 협상 검증 미비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Claim 2 · 1,240 runs · hint 제거 최종본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유형마다 다른 수락 패턴이 나타났습니다.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10312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1E3A8A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비즈니스 솔로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재배치 용이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28800"/>
            <a:ext cx="210312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D97706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231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레저 커플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앵커링 민감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828800"/>
            <a:ext cx="210312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DC2626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4231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889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재배치 제외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828800"/>
            <a:ext cx="210312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059669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4231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가격민감형 고객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7889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임계값 반응형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828800"/>
            <a:ext cx="210312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475569"/>
                </a:solidFill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4231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단체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7889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별도 협상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수락률 곡선 핵심 발견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59669"/>
                </a:solidFill>
              </a:rPr>
              <a:t>• A (비즈니스): 전 구간 100% — 가격 무관 수락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• D (예산형): €46 계단 임계 — step function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• B (레저): €91 앵커링 역설 발견 — 높은 오퍼가 오히려 수락률 하락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• C, E: 전 구간 0% — 재배치 불가 유형 식별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보완 실험 · 240 추가 runs 신규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임계값과 역설 — 그래프가 말하는 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D 아키타입 · 임계값 정밀화 (room_cost = €110)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  <a:gridCol w="73152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오퍼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오퍼 비율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수락률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€99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949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Step function 확인: €42(12.5%) → €46(100%)
→ 임계값은 €44~€46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B(레저) 앵커링 역설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77440"/>
            <a:ext cx="3840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€91 오퍼에서 수락률 하락
높은 오퍼 → 오히려 불신 유발
→ 협상 전략 수정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궁극의 비전 · 미래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LLM은 데이터 공백의 브릿지입니다.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실 협상 데이터가 누적되면 ML이 이 역할을 대체합니다 — 우리 앱이 바로 그 데이터를 모읍니다.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57600" cy="402336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1 지금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캐글 + LLM 합성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2918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119K 예약으로 취소 패턴 학습
LLM으로 재배치 협상 이력 합성
Flexi 운영 가설 검증 + DSS 앱 배포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03120"/>
            <a:ext cx="3657600" cy="402336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2 앱 운용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실 데이터 + 하이브리드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108960"/>
            <a:ext cx="32918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앱이 실 운영 데이터 수집 시작
실제 협상 기록이 앱을 통해 누적
LLM 예측 + 실데이터 병행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103120"/>
            <a:ext cx="3657600" cy="402336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2402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3 궁극의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060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Pure ML 협상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08960"/>
            <a:ext cx="32918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실 협상 데이터로 지도학습
LLM 의존도 제거
실시간 개인화 오퍼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HOTEL NO-SHOW  · 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12064"/>
            <a:ext cx="11274552" cy="0"/>
          </a:xfrm>
          <a:prstGeom prst="line">
            <a:avLst/>
          </a:prstGeom>
          <a:ln w="6350">
            <a:solidFill>
              <a:srgbClr val="2D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179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F1F5F9"/>
                </a:solidFill>
              </a:rPr>
              <a:t>저희는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D97706"/>
                </a:solidFill>
              </a:rPr>
              <a:t>두뇌를 만듭니다.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LightGBM + 점유율 임계값 → RevPAR +81%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LLM 시뮬레이션 1,240 runs → 유형별 임계값 실측 + 앵커링 역설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86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Streamlit DSS — Tab 1 우선순위 · Tab 2 Flexi 관리 · Tab 3 오늘 예약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PMS 연동 · 결제 시스템 · 협력 호텔 네트워크는 범위 밖입니다.
저희는 취소 예측 엔진 + 재배치 보상 전략 두뇌를 만듭니다.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심재형 · 이고은 · 김나리  |  한양대학교  |  2026.06.10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